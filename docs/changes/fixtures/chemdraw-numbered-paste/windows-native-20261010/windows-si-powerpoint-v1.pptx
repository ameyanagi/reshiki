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 snapToGrid="0">
      <p:cViewPr varScale="1">
        <p:scale>
          <a:sx n="68" d="100"/>
          <a:sy n="68" d="100"/>
        </p:scale>
        <p:origin x="4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9C005-4C67-FC29-700F-A66E7E41F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294D25-B373-5C7B-CE97-AA38D5827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53EBF7-02E2-2E53-C065-91DDCFC7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31D9D7-2BE4-9EB2-3067-5693D02D1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795BDC-2AE7-A2D1-2E44-EF1559EB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23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D395A-7A94-3C1D-3C1B-F3C0103A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9DF41E-929C-76AF-B280-6CBF92BCC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1B0DB-A299-9996-7204-94AB3054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F0C537-D850-0171-2138-0C75955E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8FA80F-6C4D-01D2-117E-07CB095B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74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C4ADB-DBD5-DD52-FA8F-02750AE4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B5BCF6-D5EF-DBAE-7D4B-D00F0727E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F79413-37B8-E64C-6B75-F3E8B3CB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C845F5-590B-591A-7CF5-0257D49B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6882C9-CCAE-7F57-6011-07BD7BD5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80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37105-06DC-699C-0E99-7966FB11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FCB83D-CF85-001E-58D4-FCFC5395D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F7B968-8C40-3AC7-F346-01A0783FF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850435-31E2-FE3E-1329-E4CB285F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72CF80-CD11-1A43-EFAB-9B001C44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8E4CA7-8233-8FC4-2E0D-ACE296B2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34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6CF3C6-72DA-9A36-D67D-5AE5E385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1FBD39-7E78-0414-63E2-E6167992D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AA324C-E50A-F999-BC5F-10B39D066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0F38F1-AF65-CCAA-C95B-82BAC67F6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874B1D-1248-2C22-1C51-2F6FF41BA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5E96B0-9E0D-DC11-0DF5-A6790A046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014082-1399-E765-1C7F-35399578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8BAFB7-DCF5-15FD-43F6-DE1713A3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2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0E11B3-E194-D0FF-76C8-DF83A5F9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AF135B-E064-10B0-E7EA-3F9EB78DD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C3BD26-383F-9AAA-B381-C1E6CE12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CB9C49-4602-0977-3878-82E20902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1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2A657B-5750-FB03-3481-6C1D1946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AFD5EF-6613-187D-0BED-1BE2A676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DCFF77-434F-9B8C-DC2E-0407DB9C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69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31132-EB90-1D88-45CD-508D60E4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31023D-D32D-1303-77C0-F7D39482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FE2E38-4222-EC0C-7EB4-ABD969A6E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000AD7-E628-EE01-7032-C2BE10C5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20C2FD-B68F-2E22-C307-8CC317A3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713DC9-9AF2-FFC8-3AAD-036C3151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74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3C565-FCD9-70A3-037C-5D1345E2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7A81B8-CA25-6484-CA53-734E264E30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CE14A8-EFC8-69E5-4B9B-03D7DDC6B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8C916B-7E1E-2B35-0625-1FC63366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657930-01B9-ED5B-1EE7-F4C857F8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0C3D1-E956-C3A8-B0B6-228E9485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68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95B51-1E1E-D7C0-FEF5-0EEEF9B8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383EC8-76D8-3D1F-E1A8-9340CAC4E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05F23B-0F46-A00E-4024-E0A066E4D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126CEE-E7F2-9410-E9E6-E68F2668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427475-8499-C050-B634-1F84345C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33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8D9EF5-9334-6B69-125E-5EB79628B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C65303-F8FC-8FBA-2846-40EB50244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E41F87-B314-CD31-8B8C-8319ABB2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033D78-11F9-A1B4-7DF5-FD956A41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89C933-5FD1-5421-5CB7-DA3A9E87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691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6EC5C1-A996-1E84-3C06-7E6C654E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C296BB-4415-CEC5-AC99-B8E847FEA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F6AAE7-3B03-4BC3-4F81-B190D3B68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8F7F2-89F9-4690-BA22-F9F4BF4E6B11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03A22D-76C8-4E88-F1D6-B0E970AA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5D9E74-F08E-6B3C-8DFE-546F51F13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00249-11FA-4B11-B7D8-63D82ABAD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180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D9FA3A14-DBC0-C3F0-B911-C045B88706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26560"/>
              </p:ext>
            </p:extLst>
          </p:nvPr>
        </p:nvGraphicFramePr>
        <p:xfrm>
          <a:off x="5567363" y="3279775"/>
          <a:ext cx="4547308" cy="127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057533" imgH="297103" progId="ChemDraw_x64.Document.6.0">
                  <p:embed/>
                </p:oleObj>
              </mc:Choice>
              <mc:Fallback>
                <p:oleObj name="CS ChemDraw 64-bit Drawing" r:id="rId2" imgW="1057533" imgH="297103" progId="ChemDraw_x64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67363" y="3279775"/>
                        <a:ext cx="4547308" cy="1276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498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CS ChemDraw 64-bit Drawing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Ryuichi Shimogawa</dc:creator>
  <cp:lastModifiedBy>Ryuichi Shimogawa</cp:lastModifiedBy>
  <cp:revision>1</cp:revision>
  <dcterms:created xsi:type="dcterms:W3CDTF">2026-10-10T09:07:43Z</dcterms:created>
  <dcterms:modified xsi:type="dcterms:W3CDTF">2026-10-10T09:15:01Z</dcterms:modified>
</cp:coreProperties>
</file>