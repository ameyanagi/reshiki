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>
      <p:cViewPr>
        <p:scale>
          <a:sx n="400" d="100"/>
          <a:sy n="400" d="100"/>
        </p:scale>
        <p:origin x="-11176" y="-5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C4D4-EB38-00C0-B7EB-87A66B824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DB071-A7F5-3965-9C9F-748B29D4B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CA20E-DC87-D0D7-964E-9774B6E3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E48C-7458-40B6-D151-8AFB149D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4D35C-D0B2-3BA6-AE9E-BFE7D06D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0978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5ABA-C8F3-247D-8C53-8BE17814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6D767-F08E-7F9B-35DC-4B01BE0A6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8530B-34C6-06BD-0970-7E4D58CE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1BCD0-58C0-1B97-51C7-9F0FCC0B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52CCC-1785-402C-FEC5-07AF7F2C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8653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9C2F-F6F9-BA86-6DAC-EC4B6E39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77AC0-5748-490F-7B07-F310FC36B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89499-0AD1-44DB-4411-1338214D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FDD0-1A25-B748-7B0F-B6E5A93FB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CE79C-8D29-7E1C-FD99-9EC9A675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5638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716CD-9BD5-290E-95C0-513B86F1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A4351-4F1B-1FFA-2EB1-197047F06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60B83-F4F3-2CF7-5185-DB616FAAA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D9809-0985-1EB7-6615-F7143350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A7F6E-0C9E-119D-DF45-4CB9FC2E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393D2-9B0B-C912-2524-78A5588A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6764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E9F3-D0A3-F803-48FC-8EFFCF73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BCC62-5404-E885-783E-F532B90C4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901FD-C71C-9448-C630-4343F4C7F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7DBEE-C2FC-544F-D3CE-0D8184990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AAC19-A016-FAD9-A360-234361AA5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D0D01E-3952-9044-AE36-9CC81BCD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62C4C-E7A2-8F85-0A3D-6E4DF2C9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C3C61-13D2-EC09-72B7-FDD95DA0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6311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D554-0381-E327-CC5D-1239FFF2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E2B7D-C2B6-8E7F-67EF-828AD8C4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3A1A4-9F6C-6B30-A864-800634F9C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F0C52-BACB-601F-D406-0CFAFB28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1127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24B6F-54CD-FBCF-A5EE-FC010737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A075D-AF23-3351-FDB2-0527629D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B57EB-798E-C55E-9FD3-6805181A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281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0356-8E62-D311-FCE9-91D3B717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0D2A-2EA7-BC1E-8F11-B67AB6506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87FCC-4EC9-6EF0-2642-D40B3D04B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4D364-60D9-389A-483D-C0443C099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5B5E4-2905-338F-835A-CE443063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1E6C0-74C1-D09E-761E-A33F56A5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4799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7554-F63A-7EA5-6661-F6D68F79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D8FA7-033E-422E-B242-B1C483057AE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3EDE2-A346-FC4C-01F9-45060E2DC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01BC9-8F54-8F60-570A-837220B0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06B21-AC8E-5F63-CB02-10B4380CC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E91D3-C6AD-450B-C71C-A73D7E61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53076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6B3F3-F21B-613B-6B6E-DFEE0A07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D1DBB-5D75-5DF4-0CD2-1685D3047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FB7F2-797E-952C-D43F-8046FA0D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616F0-1F70-009E-902A-333F3927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5FE15-309F-C8FA-AEE7-9E232900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3299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F11F7B-B815-A62F-26CD-F2C7BDCCA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11CED-2FC7-7268-7643-1852ECE5D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84D54-3CC1-AF41-07E6-FC9474E0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E1304-ECF8-B85A-5B08-31A46F53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9680C-F17D-1773-F678-6E5DEAFC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7681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FC24A-5CD0-5770-9C7D-0E584AFC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3C3D3-966A-FB8C-AE07-72D307F5B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790F4-6BCF-4E47-F843-AB47BA7D8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76EA6-57B5-634E-8242-E6AFDEF9DD7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76F4-4109-B3A9-8929-0FF77487A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816C7-1A0C-AF63-233B-4C8C11BF9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92EA9-7CD4-D844-911C-5D37BF1AAFB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8519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5D10D4E-70C5-154D-C935-2EFEA90D4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3550" y="3244850"/>
            <a:ext cx="1104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45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Ryuichi Shimogawa</dc:creator>
  <cp:lastModifiedBy>Ryuichi Shimogawa</cp:lastModifiedBy>
  <cp:revision>1</cp:revision>
  <dcterms:created xsi:type="dcterms:W3CDTF">2026-10-09T16:10:08Z</dcterms:created>
  <dcterms:modified xsi:type="dcterms:W3CDTF">2026-10-09T16:12:04Z</dcterms:modified>
</cp:coreProperties>
</file>