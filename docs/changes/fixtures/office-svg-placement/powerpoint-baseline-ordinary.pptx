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>
      <p:cViewPr>
        <p:scale>
          <a:sx n="400" d="100"/>
          <a:sy n="400" d="100"/>
        </p:scale>
        <p:origin x="-11176" y="-5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A6B9-75AA-DD2C-2D82-A6F3C08F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DB5D6-C838-9414-52F1-878455C7A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8998E-95B9-AF18-C5AD-2D38D1DF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64591-9F9A-CB58-D871-ED082C14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8FE55-D66A-C039-E41B-C2B7B8CE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2326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161C-7695-C128-05DB-EB01C71F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64C8B-2E49-E444-0EBC-1709570FD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CF86F-25BF-0495-741A-53C62BB3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03AA9-2628-7513-A674-624A2AF75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C0E1A-629E-5211-10A8-8F7A150D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2556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38D4-135E-5110-0B0B-E89926EA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AC1A6-5291-46F9-17BD-D868BD1A0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57A1A-736B-96CE-103B-1E160DF7B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28B59-165D-C651-50F8-DABE09E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026FB-036D-AB68-6DEC-8C11CC5C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51704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4811-2217-AF3D-B056-5174266C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DA8D2-687A-FC50-73FF-DDF346423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F7862-3B3B-B84B-3E39-819AB92E8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FAF2B-1840-7558-66A6-4E4E2F1E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412A7-0A89-3A60-B877-36AD058A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FCFAD-18EE-F7E0-B466-04D589A2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430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2105-C82F-FAE0-2D8B-9D0CF8B45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A314F-033F-BDFA-344B-B7E7C9C8F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898E2-E05C-ED17-4562-B76BD765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E4B02-68A0-B1CE-818F-04D16DECD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84225-1424-E884-B05C-27AC3CFAF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45007-9839-8958-352C-CF4BA43D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1282C-1669-87BE-AFD2-3E84E1AF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32A9B9-E5BF-DD48-F9EE-B777B24A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6065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7061-5277-E5EE-2DBD-A02585891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7072E-545C-FD69-9DAB-56F5CECE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9AB2C-23D8-5881-9D31-4348491F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C08D5-49CE-9FDF-7C5B-1EBABAD8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6567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869413-A5A3-B5E8-0F23-4973CE4D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5C2FF-2EBE-E747-E512-DE6BC9A9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0F59D-432F-F268-28DF-5995456F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3971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5CCF-EF61-64C8-7D7A-B7CA2541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5782B-417A-0498-3880-1E2CA8D6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436E-4EAC-E9CB-A0D8-D1BB8EFDD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7876-3F91-9189-4E03-D8D99E2B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AA819-7BA2-55C4-64EC-14FEA43F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1E03F-FBEB-A713-4EE8-E385CF76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0009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8DA6-2F6B-8E6A-6B28-A3C4EAC0E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DDE05-EE69-C749-2A50-2B1CA34B98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2FE71-B75D-4BAE-F0E3-D6BC511A9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7FD17-08DA-0904-5248-2A1F2C3F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02EEE-BABD-07EE-C61E-B2509807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94B8C-D989-E503-C601-5C41BD59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3628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DD984-034B-89E7-843C-4EC5F524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89093-2EA3-BE5A-60A7-DA41E39C9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FEE55-1E15-2498-E7AA-6CFFCAC9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72A6C-E7AC-9C73-8C02-3496FEAE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B4912-5CF7-C5FE-7477-635A8A58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196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6002E-38E1-DC73-D264-A300FC462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7987E-B899-76B8-2D82-70C6C4ED0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C8489-5FE0-DE6F-A5CB-C7479CF7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B5E15-18FA-C901-DB92-FE11FF4F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F0A6C-F4EB-0FCC-D193-DBBFF11E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06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98F92-8ACF-6207-6909-306C52F8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268F0-40F3-FB17-69F1-649BB15D7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E65E7-2D8A-52D4-161E-F76949393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B3B36-7EC7-4340-A245-14A4ED9C8EE0}" type="datetimeFigureOut">
              <a:rPr lang="en-JP" smtClean="0"/>
              <a:t>2026/10/10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7A546-5D50-57DB-D1DE-248543275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0A252-9EFA-100A-A6F1-A0865B4E6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10741-06E8-0C45-AB26-784FD8A2918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0944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DF9D62-D3E8-3701-A5EE-5B0C628A8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3550" y="3244850"/>
            <a:ext cx="1104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3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Ryuichi Shimogawa</dc:creator>
  <cp:lastModifiedBy>Ryuichi Shimogawa</cp:lastModifiedBy>
  <cp:revision>1</cp:revision>
  <dcterms:created xsi:type="dcterms:W3CDTF">2026-10-09T15:34:41Z</dcterms:created>
  <dcterms:modified xsi:type="dcterms:W3CDTF">2026-10-09T15:43:40Z</dcterms:modified>
</cp:coreProperties>
</file>