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4" autoAdjust="0"/>
    <p:restoredTop sz="94660"/>
  </p:normalViewPr>
  <p:slideViewPr>
    <p:cSldViewPr snapToGrid="0">
      <p:cViewPr>
        <p:scale>
          <a:sx n="400" d="100"/>
          <a:sy n="400" d="100"/>
        </p:scale>
        <p:origin x="-12228" y="-70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A73848-AD09-4418-532F-534051013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FF626D7-4E94-509E-2D9A-14B3E0FCF8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312B27-0C57-A9B5-DAC2-A342800C4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5942C-BAE1-4AF7-9692-AC992233E639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818B79-3473-4472-863B-AAA799A3E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C53A4B5-AECC-82D7-743C-633EF040A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EA5BE-D52B-49B7-994D-97024BF481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092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05C3B7-3455-E55F-F5C9-C4EEDE0EA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C1C58E8-4418-D990-E193-95E75DA4D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2602FE7-2C95-FB16-366C-4A26CFB59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5942C-BAE1-4AF7-9692-AC992233E639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A83EDE8-0AD7-F5DF-0988-350C69C65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8137878-D116-920D-A17A-A8FA7825C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EA5BE-D52B-49B7-994D-97024BF481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7543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DF83F4-0213-3F27-001D-C37FC2460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A499F2B-CFAA-9490-5735-895F8C161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395A6DF-736D-482A-B5A1-6F18BD88F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5942C-BAE1-4AF7-9692-AC992233E639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4143EFE-7BD8-8F63-DCBB-2F0E275C8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8E15441-CF2E-B894-3140-BFBAD2F4B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EA5BE-D52B-49B7-994D-97024BF481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16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DE86FF-194B-D9B3-9618-28750047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150B55C-15F3-7690-9180-96924FC9A2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42127BA-53B3-9DE4-662B-A72F117008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6A5808E-8785-B4D1-A791-7FC8C0B57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5942C-BAE1-4AF7-9692-AC992233E639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E0246FD-400C-8D1E-6B81-A0BE6DDA4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A3B6EDC-7D4A-3620-1E8B-F9252CFD6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EA5BE-D52B-49B7-994D-97024BF481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0816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C45025-5143-1C28-E9C3-97533AD6C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FEA4E83-B7EE-9956-6BFB-828058A88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6B39E51-D7CD-FA09-8E78-863AAF39ED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0ACB5FB-1189-EA4D-E8DA-C556D6F7AA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C99445F-8470-83D1-19E2-3D4707510C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B228542-ECE9-5E79-A841-5276AE56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5942C-BAE1-4AF7-9692-AC992233E639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1556048-8AD9-51B2-4F8A-6B21773CE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E80B492-D370-2539-9445-958E22ADA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EA5BE-D52B-49B7-994D-97024BF481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739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AB564A-2BEB-D6D4-638A-252E14958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15B522D-E016-8003-F0DF-898C41DFB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5942C-BAE1-4AF7-9692-AC992233E639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E4B5EBC-AD2F-331C-3E9E-765008180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FCCA1E2-29D0-0253-2D3E-BB3ED503F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EA5BE-D52B-49B7-994D-97024BF481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5197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EF851FC-5DF8-EE0D-A2EC-FA362197A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5942C-BAE1-4AF7-9692-AC992233E639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6C3E27C-7F06-8A5A-5F68-56CD641C8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D83849D-B5AB-7538-6C7C-A3AFD9CAE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EA5BE-D52B-49B7-994D-97024BF481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3073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341429-2C1B-B718-DFB9-E9EA8D4B6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A38B73-A345-DCD6-4423-B0BC7965C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A674D6D-4F9B-5D58-2073-4D3A2EAC7E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BFA5A15-BF11-E276-55A2-24D2D104D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5942C-BAE1-4AF7-9692-AC992233E639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7C23771-FCCF-B70B-C0AA-FA4CC9900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371D9F1-AB54-9904-9BF0-CABE20414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EA5BE-D52B-49B7-994D-97024BF481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4820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61E0D8-E7FB-CD70-BCC7-231A480D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D8045F7-55C5-8B8A-EEA7-A45CB953E60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F8A02E2-A074-C7DF-009E-553B0F65A3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483D50A-78C6-99B3-8681-003BE3209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5942C-BAE1-4AF7-9692-AC992233E639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8CA6C47-4C7F-951F-7F16-0DFF23D75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31B24F-0DE1-E41C-B9F8-9632DD781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EA5BE-D52B-49B7-994D-97024BF481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7407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9C3409-D97F-E4BF-DB4C-1DF611D75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8E2E362-061A-1AB7-FD56-78CF863B92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88E8C62-EDC6-FBCB-E6ED-75AD1E518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5942C-BAE1-4AF7-9692-AC992233E639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934F5CD-BB90-A799-5FF6-25AA2855A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D189E8-3F28-9503-33CE-AB4E00537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EA5BE-D52B-49B7-994D-97024BF481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7816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AF95DE3-1C49-7E10-8AE6-985914D507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93D7DEB-1D89-9627-DE80-DF903C0DCE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3784BF-E17E-CBEE-2E16-6449CA22E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5942C-BAE1-4AF7-9692-AC992233E639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964E59F-5E8E-18B0-611B-822595D38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846C8C7-FAB0-7BEF-2ACB-93C772AAA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EA5BE-D52B-49B7-994D-97024BF481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3360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1A0C6AC-86B2-C17B-DC13-FEA89AA34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EEA47CC-4583-87E8-9305-9306BD9D2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C2C0AB-63F9-96D0-A0BD-3D93B141B9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B5942C-BAE1-4AF7-9692-AC992233E639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57B9107-8F33-B8D6-420E-74D1E0D118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F0C3E6A-D05E-C704-0CD0-8DE51B14E0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DEA5BE-D52B-49B7-994D-97024BF481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4558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4AE1F8F1-2FF5-CD18-E6CF-DDC3554069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38787" y="3243262"/>
            <a:ext cx="1114425" cy="37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596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359DEA17-81F5-E0AF-5FAF-BE874C21AC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38787" y="3243262"/>
            <a:ext cx="1114425" cy="37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81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ワイド画面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Ryuichi Shimogawa</dc:creator>
  <cp:lastModifiedBy>Ryuichi Shimogawa</cp:lastModifiedBy>
  <cp:revision>1</cp:revision>
  <dcterms:created xsi:type="dcterms:W3CDTF">2026-10-10T10:02:27Z</dcterms:created>
  <dcterms:modified xsi:type="dcterms:W3CDTF">2026-10-10T10:12:31Z</dcterms:modified>
</cp:coreProperties>
</file>