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4" autoAdjust="0"/>
    <p:restoredTop sz="94660"/>
  </p:normalViewPr>
  <p:slideViewPr>
    <p:cSldViewPr snapToGrid="0">
      <p:cViewPr varScale="1">
        <p:scale>
          <a:sx n="68" d="100"/>
          <a:sy n="68" d="100"/>
        </p:scale>
        <p:origin x="46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C3314F6-4CD5-E418-3AC3-5E44FFD5B8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26B42B58-C2B1-F644-15CF-10EE2AAD1CF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DFA6BAD-C488-C5F9-FABA-0F401DCEE9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37E010-025B-4CBF-BE34-2CF7121CBC5C}" type="datetimeFigureOut">
              <a:rPr kumimoji="1" lang="ja-JP" altLang="en-US" smtClean="0"/>
              <a:t>2026/10/10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A181C57-B96E-C10F-88C7-374ABEF04C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A6E9B95-9F74-81DE-A86D-3221CE9F2E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9FE2C7-5526-4B98-B0C0-7103B496C88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162880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F45A0FE-7A2E-BA21-BEF9-6405D13DD8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605316E-3F3B-DFE0-4202-AC12820F03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265967D-5671-54D3-FC3E-372C8BF63C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37E010-025B-4CBF-BE34-2CF7121CBC5C}" type="datetimeFigureOut">
              <a:rPr kumimoji="1" lang="ja-JP" altLang="en-US" smtClean="0"/>
              <a:t>2026/10/10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E170128-DEFF-EB2C-23A9-97ABF3FFBD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CF6D381-A961-2304-FF32-E0069FC068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9FE2C7-5526-4B98-B0C0-7103B496C88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485222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2183717-2313-6B5D-353E-135468DDA7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D376D633-58BF-3774-E3D1-D90B7809DC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A02368F-BDBD-B175-920A-E7FA708207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37E010-025B-4CBF-BE34-2CF7121CBC5C}" type="datetimeFigureOut">
              <a:rPr kumimoji="1" lang="ja-JP" altLang="en-US" smtClean="0"/>
              <a:t>2026/10/10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F0BFE73-DE3D-F069-C713-F22064FD96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E6718D9-82DC-567C-FD1F-0B567FAB63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9FE2C7-5526-4B98-B0C0-7103B496C88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89771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72BEC98-2EB6-45FB-C448-6A0963E611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968B290-5DE6-1EAD-907D-90CC82C178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67E14306-4811-3F05-229C-D057163FD4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6FD441C0-113F-69D4-9373-9B29CC9C69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37E010-025B-4CBF-BE34-2CF7121CBC5C}" type="datetimeFigureOut">
              <a:rPr kumimoji="1" lang="ja-JP" altLang="en-US" smtClean="0"/>
              <a:t>2026/10/10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1A46E420-F7EA-513C-49F0-D3F9647A54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93C0C220-098B-4B07-044F-676584664C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9FE2C7-5526-4B98-B0C0-7103B496C88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638512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C0D34AA-E0D4-492A-2D39-04FDB752A7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E3AE0701-3BDC-57F1-D369-5AC837038D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30EF0E17-C31B-8419-71DC-D58199953E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E9F00EC6-EBDA-1F7E-7022-4A4C3DF116C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6F68C547-66FF-63ED-2EF5-B203A63887B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0B3A1148-3E7A-2341-E249-40DA278262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37E010-025B-4CBF-BE34-2CF7121CBC5C}" type="datetimeFigureOut">
              <a:rPr kumimoji="1" lang="ja-JP" altLang="en-US" smtClean="0"/>
              <a:t>2026/10/10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3FA91D90-F745-466C-CA81-28567C0D5C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B7884D7-1BEC-CC5A-848F-6549718E20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9FE2C7-5526-4B98-B0C0-7103B496C88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929636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685287F-605A-1228-8D1F-C1F7250041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195A79D-A58B-4B67-D785-E52AD16076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37E010-025B-4CBF-BE34-2CF7121CBC5C}" type="datetimeFigureOut">
              <a:rPr kumimoji="1" lang="ja-JP" altLang="en-US" smtClean="0"/>
              <a:t>2026/10/10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694F13F9-611D-374D-791D-4409995885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9570040D-148F-6650-1657-A38050DC25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9FE2C7-5526-4B98-B0C0-7103B496C88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847647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46D98853-3A66-7618-0EF5-413B98FDD1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37E010-025B-4CBF-BE34-2CF7121CBC5C}" type="datetimeFigureOut">
              <a:rPr kumimoji="1" lang="ja-JP" altLang="en-US" smtClean="0"/>
              <a:t>2026/10/10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996A5F2E-8DF4-979D-8C68-2657CBC6D4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875624AE-DCFA-6E00-65EB-964A8D3F76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9FE2C7-5526-4B98-B0C0-7103B496C88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634740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DA7F878-ACF4-E47A-2B46-1A416D2BAF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6110DE8-8DD1-71D3-0776-72507F3DD5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6662397-F1EE-0B21-3138-2A5BF12142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67037FA1-2ED4-35E6-8FCE-48A262C7F6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37E010-025B-4CBF-BE34-2CF7121CBC5C}" type="datetimeFigureOut">
              <a:rPr kumimoji="1" lang="ja-JP" altLang="en-US" smtClean="0"/>
              <a:t>2026/10/10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58D2FC82-6CD0-1FF4-9AAC-71D92D356B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1C702F5-AE3C-6A0E-1690-9279585F8D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9FE2C7-5526-4B98-B0C0-7103B496C88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40551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7DBE41C-0420-6B37-8D8A-CAF7254017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B8F39E12-4719-D9BD-E8F1-A59CE6DC3A82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895651FD-D033-FEFE-5E23-9D3C79B538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5E126E29-2967-A48C-8249-1BEBBB3B8B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37E010-025B-4CBF-BE34-2CF7121CBC5C}" type="datetimeFigureOut">
              <a:rPr kumimoji="1" lang="ja-JP" altLang="en-US" smtClean="0"/>
              <a:t>2026/10/10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BBBDA32-20D8-94BA-ECD8-1BB3532FC8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109D0FA2-9BA2-78FF-4B27-F6B728851D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9FE2C7-5526-4B98-B0C0-7103B496C88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360184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38292C1-A002-4351-8BE1-809F6D67C8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C4F3F374-902C-2E4F-3DA9-F1A3C00C3C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638068B-F6B3-05A3-9634-B26531D1D5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37E010-025B-4CBF-BE34-2CF7121CBC5C}" type="datetimeFigureOut">
              <a:rPr kumimoji="1" lang="ja-JP" altLang="en-US" smtClean="0"/>
              <a:t>2026/10/10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47BB873-E452-8218-9254-985609E764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5F00A5E-5AED-E1B6-95E9-95F79C558B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9FE2C7-5526-4B98-B0C0-7103B496C88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211448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8ECDA744-4BAE-C58A-ECE6-3E2DCEE4EC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ECFB9190-DB5A-9BFC-F9DA-C70BA20E9F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A34FEA5-F63E-447C-00DD-3DAD09EBD2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37E010-025B-4CBF-BE34-2CF7121CBC5C}" type="datetimeFigureOut">
              <a:rPr kumimoji="1" lang="ja-JP" altLang="en-US" smtClean="0"/>
              <a:t>2026/10/10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EC7765A-97D7-9B39-A3A4-402DCF36BC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9105598-7743-E56A-9728-DB11019863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9FE2C7-5526-4B98-B0C0-7103B496C88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784271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5D0C20F6-DE5C-BFA2-F766-DDA6326612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CC8BCCF7-EBDC-1782-D1A2-B9C35A8278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DA6189D-4527-9E5D-B50C-BC3FA769A21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037E010-025B-4CBF-BE34-2CF7121CBC5C}" type="datetimeFigureOut">
              <a:rPr kumimoji="1" lang="ja-JP" altLang="en-US" smtClean="0"/>
              <a:t>2026/10/10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04E3004-2D5E-B737-680A-5F10200821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AAE9CFE-E743-F8A3-FA54-D07A1CC3631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59FE2C7-5526-4B98-B0C0-7103B496C88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945825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DDC813D1-7EDD-8490-1C98-5BE0F53151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5060" y="2298060"/>
            <a:ext cx="3701880" cy="2261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85867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0</Words>
  <Application>Microsoft Office PowerPoint</Application>
  <PresentationFormat>ワイド画面</PresentationFormat>
  <Paragraphs>0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5" baseType="lpstr">
      <vt:lpstr>游ゴシック</vt:lpstr>
      <vt:lpstr>游ゴシック Light</vt:lpstr>
      <vt:lpstr>Arial</vt:lpstr>
      <vt:lpstr>Office テーマ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Ryuichi Shimogawa</dc:creator>
  <cp:lastModifiedBy>Ryuichi Shimogawa</cp:lastModifiedBy>
  <cp:revision>1</cp:revision>
  <dcterms:created xsi:type="dcterms:W3CDTF">2026-10-09T23:00:27Z</dcterms:created>
  <dcterms:modified xsi:type="dcterms:W3CDTF">2026-10-09T23:04:32Z</dcterms:modified>
</cp:coreProperties>
</file>